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집행으로 손해율을 관리하고,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SaaS·재보험풀·파라메트릭 보험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반복적으로 쌓이는 수익 구조를 만듭니다.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상품 비교·선택의 어려움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상담 채널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미납·만기 알림이 사후적, 준비금 리스크를 고객이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전부 “사람이 승인하는” 중앙집중형 구조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0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심사 개입 없이, 조건 충족 시 온체인에서 즉시 지급 — 국내 최초 수준의 차별화 지점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1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수작업 비용은 공개된 임금·수수료 통계를 근거로 산출한 예시입니다 — 산출 기준은 표 아래 ①~④ 참조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 자동화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(①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(②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(③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(④ 참조)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50800" marB="508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120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기준 — ① 손해사정사 평균연봉 약 5,950만원(2025, 직업정보) 환산 시급 28,500원 × 처리 20분 가정  ② 보험업계 카드 가맹점수수료 통상 “2%대 초반” 수준(생명보험협회 공시 관련 보도, 2026) 중 2.2% 적용  ③ 글로벌 재보험 브로커(Aon) 공시 표준 중개수수료(원수보험료의 1.5~3.5%) 중 3% 적용  ④ 콜센터 상담원 월평균임금 236만원(한국노동연구원, 2024) 환산 시급 13,580원 × 상담 20분 가정 · 블록체인 자동화 비용(자체 추정)은 가스비+서버 인프라 운영비 기준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항목 평균 약 88% 비용 절감 — 임금·수수료는 공개 통계 기준, 블록체인 쪽 비용은 자체 추정치이므로 실제 절감효과는 운영 규모·구조에 따라 달라질 수 있습니다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3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1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4가지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01568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630168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API 월정산·라이선스 유지보수료·재보험풀 AUM 수수료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9319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54496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83096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07424" y="16459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36024" y="19202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26974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기술공급으로 포지셔닝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</a:t>
            </a:r>
            <a:endParaRPr lang="en-US" sz="900" dirty="0"/>
          </a:p>
        </p:txBody>
      </p:sp>
      <p:sp>
        <p:nvSpPr>
          <p:cNvPr id="18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2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구현·검증된 11개 기능과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2026-10-14T08:18:28Z</dcterms:created>
  <dcterms:modified xsi:type="dcterms:W3CDTF">2026-10-14T08:18:28Z</dcterms:modified>
</cp:coreProperties>
</file>