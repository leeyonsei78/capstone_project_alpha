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집행으로 손해율을 관리하고,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SaaS·재보험풀·파라메트릭 보험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 반복적으로 쌓이는 수익 구조를 만듭니다.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지수형(파라메트릭) 보험 = 정해진 조건 충족 시 자동 지급되는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상품 비교·선택의 어려움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상담 채널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미납·만기 알림이 사후적, 준비금 리스크를 고객이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전부 “사람이 승인하는” 중앙집중형 구조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지수형(파라메트릭) 보험 = 정해진 조건 충족 시 사람 심사 없이 자동 지급되는 보험</a:t>
            </a:r>
            <a:endParaRPr lang="en-US" sz="900" dirty="0"/>
          </a:p>
        </p:txBody>
      </p:sp>
      <p:sp>
        <p:nvSpPr>
          <p:cNvPr id="20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심사 개입 없이, 조건 충족 시 온체인에서 즉시 지급 — 국내 최초 수준의 차별화 지점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1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3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13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03520" cy="4114800"/>
          </a:xfrm>
          <a:prstGeom prst="roundRect">
            <a:avLst>
              <a:gd name="adj" fmla="val 17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148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03520" cy="4114800"/>
          </a:xfrm>
          <a:prstGeom prst="roundRect">
            <a:avLst>
              <a:gd name="adj" fmla="val 1778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8368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560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1148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지수형 보험 = 정해진 조건 충족 시 자동 지급되는 보험 · 중앙집중형 = 보험사가 사람 확인을 거쳐 지급을 승인하는 방식</a:t>
            </a:r>
            <a:endParaRPr lang="en-US" sz="900" dirty="0"/>
          </a:p>
        </p:txBody>
      </p:sp>
      <p:sp>
        <p:nvSpPr>
          <p:cNvPr id="1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교두보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핵심 상품(dental_005)으로 즉시 시장 진입이 가능합니다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핵심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dental_005 / DentalInsurance.sol 기반 — 청약·증권발급·보험료납입·청구·만기환급 전 과정이 이미 온체인에서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0690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보험업권 전체로 확장되는 시장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0690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전용 기술이 아니라 생보사향 시장까지 하나의 플랫폼으로 공략 가능 — B2B 기술 라이선스의 TAM이 보험업권 전체로 확장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생보·손보 구분 없이 꾸준한 수요가 있는 스테디셀러 상품군 — 단일 상품으로 전체 보험업권 B2B 공급을 검증할 수 있는 최적의 교두보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제3보험 = 질병·상해·간병 보장 보험으로 생명·손해보험사 모두 판매 가능 · TAM = 총유효시장(공략 가능한 전체 시장 규모)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4가지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01568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30168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API 월정산·라이선스 유지보수료·재보험풀 AUM 수수료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9319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4496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83096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07424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336024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기술공급으로 포지셔닝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AUM = 운용자산규모(예치·운용 중인 총자산) · B2B = 기업 간 거래(보험사·GA 대상 기술 공급)</a:t>
            </a:r>
            <a:endParaRPr lang="en-US" sz="900" dirty="0"/>
          </a:p>
        </p:txBody>
      </p:sp>
      <p:sp>
        <p:nvSpPr>
          <p:cNvPr id="1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2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구현·검증된 11개 기능과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2026-10-14T00:38:43Z</dcterms:created>
  <dcterms:modified xsi:type="dcterms:W3CDTF">2026-10-14T00:38:43Z</dcterms:modified>
</cp:coreProperties>
</file>