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33F"/>
                </a:solidFill>
                <a:latin typeface="+mn-lt"/>
              </a:rPr>
              <a:t>단계별 매출 구성 비중 (예시 시나리오)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1회성 수익 비중(%)</c:v>
                </c:pt>
              </c:strCache>
            </c:strRef>
          </c:tx>
          <c:spPr>
            <a:solidFill>
              <a:srgbClr val="DCD3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55</c:v>
                </c:pt>
                <c:pt idx="2">
                  <c:v>30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연속성 수익 비중(%)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70</c:v>
                </c:pt>
                <c:pt idx="3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D3B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16233F"/>
                    </a:solidFill>
                    <a:latin typeface="+mn-lt"/>
                  </a:defRPr>
                </a:pPr>
                <a:r>
                  <a:rPr b="0" i="0" u="none" strike="noStrike">
                    <a:solidFill>
                      <a:srgbClr val="16233F"/>
                    </a:solidFill>
                    <a:latin typeface="+mn-lt"/>
                  </a:rPr>
                  <a:t>비중(%)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82296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 · INVESTOR PITCH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× 블록체인 인슈어테크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완전자동 스마트컨트랙트 집행으로 손해율을 관리하고,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SaaS·재보험풀·파라메트릭 보험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 반복적으로 쌓이는 수익 구조를 만듭니다.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/ 정부지원사업 피칭 자료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가입·청구 과정의 세 가지 비효율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상품 비교·선택의 어려움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특약·조건, 영업점·콜센터 의존 상담 채널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청구·지급의 불투명성·지연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서류 기반 수작업 심사, 고객은 진행 상황을 알 수 없음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5820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582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후 사후관리 공백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미납·만기 알림이 사후적, 준비금 리스크를 고객이 파악 불가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손보사들이 2025~2026년 지수형(파라메트릭) 보험을 잇달아 상용화하며 수요는 이미 검증됨 — 다만 전부 “사람이 승인하는” 중앙집중형 구조</a:t>
            </a:r>
            <a:endParaRPr lang="en-US" sz="1400" dirty="0"/>
          </a:p>
        </p:txBody>
      </p:sp>
      <p:sp>
        <p:nvSpPr>
          <p:cNvPr id="19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솔루션 — 완전자동 스마트컨트랙트 집행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사람의 심사 개입 없이, 조건 충족 시 온체인에서 즉시 지급 — 국내 최초 수준의 차별화 지점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상담 AI Agent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61772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온체인 오라클 판정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841248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스마트컨트랙트 자동지급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18종 언더라이팅 AI 서브에이전트 — 씬파일러·유병자·역선택까지 자율 심사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4340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청구~지급 전 과정 온체인 기록 — 고객·보험사가 같은 기록을 실시간 조회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USDC·원화 스테이블코인 이중 통화 — 환전 없는 즉시 결제·정산</a:t>
            </a:r>
            <a:endParaRPr lang="en-US" sz="1400" dirty="0"/>
          </a:p>
        </p:txBody>
      </p:sp>
      <p:sp>
        <p:nvSpPr>
          <p:cNvPr id="18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제품 — 11개 신규 상품·고도화 기능 (대표 6종)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파라메트릭 자동집행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심사 없이 조건 충족 시 즉시 지급 (항공지연·폭염특보, 실제 기상데이터 연동)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재보험풀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유동성 공급 — 지분가치가 실제 보험료 유입에 연동되는 진짜 리스크공유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리스크연동형 대체투자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APR이 아니라 재보험풀 실제 성과를 따라가는 신규 펀드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파트너 API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GA·핀테크가 API 키로 직접 조회, 월별 사용량 정산 리포트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지표 대시보드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61772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손해율·사업비율·합산비율을 실시간 노출 — 투자자 증빙 자료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6676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667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가스리스 온보딩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지갑·가스비 부담 없이 챗봇 대화만으로 가입 완료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씬파일러 신용보완 유연납입, 웰니스 연동 동적 보험료, 재보험풀 1클릭 정산, 차세대 판단AI(Jev) PoC 검토 등 5종 추가</a:t>
            </a:r>
            <a:endParaRPr lang="en-US" sz="1200" dirty="0"/>
          </a:p>
        </p:txBody>
      </p:sp>
      <p:sp>
        <p:nvSpPr>
          <p:cNvPr id="34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지금인가 — 제도·인프라가 함께 움직이고 있음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결제 인프라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6459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카드사 9개사·람다256이 스테이블코인 결제 승인·취소·환불·정산 전 과정 기술검증 완료, 한국은행 예금토큰 파일럿(프로젝트 한강) 실거래 증명 단계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 경로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06324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디지털자산 기본법 발의 추진, 한국핀테크지원센터 디지털 금융기술 내재화 사업·금융위 혁신금융서비스(규제샌드박스) 등 실증 경로가 제도적으로 열려 있음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4805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시장 검증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4805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삼성화재·현대해상·KB손해보험이 지수형 보험을 이미 상용화 — 파라메트릭 보험에 대한 소비자 수용도는 이미 증명됨</a:t>
            </a:r>
            <a:endParaRPr lang="en-US" sz="1350" dirty="0"/>
          </a:p>
        </p:txBody>
      </p:sp>
      <p:sp>
        <p:nvSpPr>
          <p:cNvPr id="12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경쟁 구도 — 기존 지수형보험과의 차이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03520" cy="4114800"/>
          </a:xfrm>
          <a:prstGeom prst="roundRect">
            <a:avLst>
              <a:gd name="adj" fmla="val 17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5E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손보사 지수형 보험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삼성화재·현대해상·KB손보 등 2025~2026년 상용화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37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공공데이터 확인 후 보험사 시스템이 지급 승인(중앙집중형)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148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e-티켓 등록 등 서류 간소화 — 완전 자동지급은 아님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303520" cy="4114800"/>
          </a:xfrm>
          <a:prstGeom prst="roundRect">
            <a:avLst>
              <a:gd name="adj" fmla="val 1778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8368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인슈어체인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560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스마트컨트랙트가 조건 충족 즉시 자동지급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337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폭염특보 등 아직 상용화 안 된 기후리스크 상품 선점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41148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청구~지급 전 과정 온체인 투명 기록 + B2B API로 기술 재판매</a:t>
            </a:r>
            <a:endParaRPr lang="en-US" sz="1350" dirty="0"/>
          </a:p>
        </p:txBody>
      </p:sp>
      <p:sp>
        <p:nvSpPr>
          <p:cNvPr id="13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비즈니스 모델 — 4가지 유형의 수익이 함께 쌓이는 구조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1회성 수익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보험사 초기 구축비, B2B API 온보딩 수수료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01568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B8862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630168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연속성 수익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3630168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API 월정산·라이선스 유지보수료·재보험풀 AUM 수수료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9319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매출 기반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54496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83096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비용절감→수익전환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자동지급·자동대환 절감액의 일부를 성과수수료로 수취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07424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336024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수수료 절감(차별화)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 중개수수료를 온체인 직접연결로 낮추고 절감분 공유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 제약상 직접 라이선스 대신, 기존 보험사 대상 B2B 기술공급으로 포지셔닝</a:t>
            </a:r>
            <a:endParaRPr lang="en-US" sz="1350" dirty="0"/>
          </a:p>
        </p:txBody>
      </p:sp>
      <p:sp>
        <p:nvSpPr>
          <p:cNvPr id="17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계속되는 수익 구조 — 연속성 수익 비중이 커지는 설계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단계가 진행될수록 1회성 구축비 의존도는 낮아지고, B2B API·라이선스·AUM 수수료 같은 반복 매출이 매출 구성의 중심이 되는 구조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011680"/>
          <a:ext cx="11064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검증 현황 — 이미 구현·테스트된 플랫폼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단위테스트 통과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2900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상품·고도화 기능 구현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언더라이팅 AI 서브에이전트 도구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8972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8972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37260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구축 스마트컨트랙트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96512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023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로컬 테스트넷에 실제 스마트컨트랙트(청약·보험료·청구·준비금·파라메트릭·재보험풀) 전 과정 배포·검증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718304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6451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대시보드에 손해율·사업비율·합산비율(보험업 표준 수익성 지표) 실시간 노출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4360" y="5340096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26694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 오라클: 소액은 즉시 자동처리, 고액(보장한도 20% 초과)은 AI 어드바이저 의견 + 사람 승인으로 이원화</a:t>
            </a:r>
            <a:endParaRPr lang="en-US" sz="135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사업화 로드맵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40280"/>
            <a:ext cx="10058400" cy="0"/>
          </a:xfrm>
          <a:prstGeom prst="line">
            <a:avLst/>
          </a:prstGeom>
          <a:noFill/>
          <a:ln w="25400">
            <a:solidFill>
              <a:srgbClr val="DCD3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3162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16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파일럿 준비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0~3개월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법인·사업자등록, 디지털 금융기술 내재화 사업 지원서, 핀테크지원센터 컨설팅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198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119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2900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1188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컨소시엄 구축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3~9개월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1곳 PoC MOU, 혁신금융서비스 공동신청 검토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9234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23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규제샌드박스 실증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9~24개월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혁신금융서비스 지정(최대 2+2년), B2B API 유료 파트너 확보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17270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1727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18972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37260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정식 라이선스 전환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37260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24개월~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등록 또는 보험사 정식 기술공급 계약</a:t>
            </a:r>
            <a:endParaRPr lang="en-US" sz="1100" dirty="0"/>
          </a:p>
        </p:txBody>
      </p:sp>
      <p:sp>
        <p:nvSpPr>
          <p:cNvPr id="28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 및 대응 — 사업 성공 가능성의 근거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리스크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대응 방안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보험업법 라이선스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라이선스 대신 기존 보험사 대상 B2B 기술공급자로 포지셔닝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자본시장법 유사수신 소지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실자금 유치 전 법률 자문, 필요 시 투자자를 전문투자자로 제한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특정금융정보법(VASP)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초기엔 원화 결제만 지원, 블록체인은 백엔드 자동화 레이어로만 사용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규제특례 한시성(최대 4년)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특례 기간 중 정식 GA 등록 또는 보험사 정식 계약 전환 목표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펀딩 요청 — 자금 운용 계획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373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스마트컨트랙트 감사·정적분석, 가스리스 온보딩 고도화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651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법률·규제 자문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517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보험업법·자본시장법·특금법 검토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5661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인건비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5661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백엔드·스마트컨트랙트 개발 인력 충원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805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4805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마케팅·파트너십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PoC 협상, 컨퍼런스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 목표 재원: 한국핀테크지원센터 디지털 금융기술 내재화 사업 + 정부지원사업 연계 (구체적 규모는 확정된 지원사업에 따라 조정)</a:t>
            </a:r>
            <a:endParaRPr lang="en-US" sz="1300" dirty="0"/>
          </a:p>
        </p:txBody>
      </p:sp>
      <p:sp>
        <p:nvSpPr>
          <p:cNvPr id="20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신뢰할 수 있는 인슈어테크,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만들어갈 파트너를 찾습니다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구현·검증된 11개 기능과 수익성 대시보드를 기반으로,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정부지원사업·보험사 컨소시엄·투자 파트너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 함께 다음 단계로 나아가겠습니다.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sureChain Pitch">
  <a:themeElements>
    <a:clrScheme name="InsureChain Pitch">
      <a:dk1>
        <a:srgbClr val="16233F"/>
      </a:dk1>
      <a:lt1>
        <a:srgbClr val="FFFFFF"/>
      </a:lt1>
      <a:dk2>
        <a:srgbClr val="2B3A5C"/>
      </a:dk2>
      <a:lt2>
        <a:srgbClr val="F1E4C4"/>
      </a:lt2>
      <a:accent1>
        <a:srgbClr val="B8862F"/>
      </a:accent1>
      <a:accent2>
        <a:srgbClr val="1F7A6C"/>
      </a:accent2>
      <a:accent3>
        <a:srgbClr val="B5573A"/>
      </a:accent3>
      <a:accent4>
        <a:srgbClr val="5A5E68"/>
      </a:accent4>
      <a:accent5>
        <a:srgbClr val="DCD3BF"/>
      </a:accent5>
      <a:accent6>
        <a:srgbClr val="F6F3EC"/>
      </a:accent6>
      <a:hlink>
        <a:srgbClr val="B8862F"/>
      </a:hlink>
      <a:folHlink>
        <a:srgbClr val="8F6A24"/>
      </a:folHlink>
    </a:clrScheme>
    <a:fontScheme name="InsureChain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InsureChain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InsureChain Investor Pitch</dc:title>
  <dc:subject>PptxGenJS Presentation</dc:subject>
  <dc:creator>InsureChain</dc:creator>
  <cp:lastModifiedBy>InsureChain</cp:lastModifiedBy>
  <cp:revision>1</cp:revision>
  <dcterms:created xsi:type="dcterms:W3CDTF">2026-10-13T11:33:08Z</dcterms:created>
  <dcterms:modified xsi:type="dcterms:W3CDTF">2026-10-13T11:33:08Z</dcterms:modified>
</cp:coreProperties>
</file>