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집행으로 손해율을 관리하고,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SaaS·재보험풀·파라메트릭 보험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반복적으로 쌓이는 수익 구조를 만듭니다.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상품 비교·선택의 어려움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상담 채널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미납·만기 알림이 사후적, 준비금 리스크를 고객이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전부 “사람이 승인하는” 중앙집중형 구조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0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심사 개입 없이, 조건 충족 시 온체인에서 즉시 지급 — 국내 최초 수준의 차별화 지점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1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서류를 확인·승인하는 기존 운영방식과 비교하면, 똑같은 업무를 코드가 대신 실행하는 구간마다 구조적인 비용 절감이 생깁니다 (아래는 이해를 돕기 위한 가정 시나리오 예시)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 (예시)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 자동화 (예시)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(심사 인건비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(자동승인 처리비)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11,200원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(카드사·PG 수수료 2.5%)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(온체인 전송 수수료)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(중개수수료 12%)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(재보험풀 플랫폼 수수료 2%)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100만원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(콜센터 상담 인건비)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(온체인 셀프조회 인프라비)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항목 평균 약 92% 비용 절감 — 가정 시나리오 기준이며, 실제 수치는 보험사별 운영 규모·구조에 따라 달라질 수 있습니다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3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1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4가지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01568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30168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4496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36024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기술공급으로 포지셔닝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</a:t>
            </a:r>
            <a:endParaRPr lang="en-US" sz="9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2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구현·검증된 11개 기능과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2026-10-14T07:41:11Z</dcterms:created>
  <dcterms:modified xsi:type="dcterms:W3CDTF">2026-10-14T07:41:11Z</dcterms:modified>
</cp:coreProperties>
</file>