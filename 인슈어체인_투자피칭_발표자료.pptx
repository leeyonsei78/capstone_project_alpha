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집행으로 손해율을 관리하고,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SaaS·재보험풀·파라메트릭 보험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 반복적으로 쌓이는 수익 구조를 만듭니다.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상품 비교·선택의 어려움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상담 채널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미납·만기 알림이 사후적, 준비금 리스크를 고객이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전부 “사람이 승인하는” 중앙집중형 구조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</a:t>
            </a:r>
            <a:endParaRPr lang="en-US" sz="900" dirty="0"/>
          </a:p>
        </p:txBody>
      </p:sp>
      <p:sp>
        <p:nvSpPr>
          <p:cNvPr id="20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심사 개입 없이, 조건 충족 시 온체인에서 즉시 지급 — 국내 최초 수준의 차별화 지점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온체인 = 블록체인 위에 기록되어 누구나 검증 가능한 상태 ·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1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 — 멀티에이전트 구조와 Human-in-the-Loop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상담·심사를 자율적으로 돕지만, 실제 자금이 움직이는 결정은 항상 사람이 내리도록 설계했습니다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03520" cy="4160520"/>
          </a:xfrm>
          <a:prstGeom prst="roundRect">
            <a:avLst>
              <a:gd name="adj" fmla="val 175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멀티에이전트 구조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(agents/orchestrator.py)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 에이전트는 일반 상담을 전담하고, 정밀심사가 필요하면 run_underwriting_review 도구 하나만 호출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호출되면 독립된 2차 tool-calling 루프가 시작 — 전용 프롬프트 + 18종 전문 도구로 스스로 세부 심사 수행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006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 에이전트는 세부 로직을 몰라도 됨 — 서브에이전트의 최종 결론만 전달받는 책임분리 구조(27→11개 도구로 축소)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303520" cy="4160520"/>
          </a:xfrm>
          <a:prstGeom prst="roundRect">
            <a:avLst>
              <a:gd name="adj" fmla="val 1758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83680" y="21945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 (청구 심사)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(DentalInsurance.sol + oracle-service.js)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9718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보장한도 20% 이하 소액청구만 오라클이 완전자동 검증·승인·지급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8862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20% 초과 청구는 스마트컨트랙트가 오라클 처리를 코드 레벨에서 거부 — 반드시 관리자가 직접 서명해 승인/거절/지급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48006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AI(GPT-4o)는 치료코드·설명·과거이력 기반 검토의견만 Slack 전송 — 승인·거절·지급 권한은 전혀 없음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“자율 AI가 보험금을 결정한다”는 규제·신뢰 리스크를 설계 단계에서 차단 — 혁신금융서비스 심사의 설명가능성·책임소재 요건에도 유리하게 작동합니다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Human-in-the-Loop = AI가 아닌 사람이 최종 의사결정권을 쥐는 설계 · 오라클 = 현실 데이터를 블록체인에 전달하는 장치</a:t>
            </a:r>
            <a:endParaRPr lang="en-US" sz="900" dirty="0"/>
          </a:p>
        </p:txBody>
      </p:sp>
      <p:sp>
        <p:nvSpPr>
          <p:cNvPr id="1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블록체인인가 — 운영비용 관점의 우위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수작업 비용은 공개된 임금·수수료 통계를 근거로 산출한 예시입니다 — 산출 기준은 표 아래 ①~④ 참조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651760"/>
                <a:gridCol w="173736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항목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기존 수작업 운영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블록체인 자동화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절감액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절감률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소액 청구 심사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(① 참조)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결제·정산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(10만원 결제 기준)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(② 참조)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조달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(재보험료 1,000만원 기준)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(③ 참조)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20만원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고객 문의 대응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(④ 참조)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12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기준 — ① 손해사정사 평균연봉 약 5,950만원(2025, 직업정보) 환산 시급 28,500원 × 처리 20분 가정  ② 보험업계 카드 가맹점수수료 통상 “2%대 초반” 수준(생명보험협회 공시 관련 보도, 2026) 중 2.2% 적용  ③ 글로벌 재보험 브로커(Aon) 공시 표준 중개수수료(원수보험료의 1.5~3.5%) 중 3% 적용  ④ 콜센터 상담원 월평균임금 236만원(한국노동연구원, 2024) 환산 시급 13,580원 × 상담 20분 가정 · 블록체인 자동화 비용(자체 추정)은 가스비+서버 인프라 운영비 기준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항목 평균 약 88% 비용 절감 — 임금·수수료는 공개 통계 기준, 블록체인 쪽 비용은 자체 추정치이므로 실제 절감효과는 운영 규모·구조에 따라 달라질 수 있습니다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PG = 결제대행사(Payment Gateway) · 사업비율 = 보험료 대비 운영 경비 비율</a:t>
            </a:r>
            <a:endParaRPr lang="en-US" sz="900" dirty="0"/>
          </a:p>
        </p:txBody>
      </p:sp>
      <p:sp>
        <p:nvSpPr>
          <p:cNvPr id="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3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13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지수형(파라메트릭) 보험이란 — 날씨·항공편 지연 등 객관적으로 측정 가능한 지표가 사전에 정한 기준치를 넘으면, 실제 피해 규모를 조사(손해사정)하지 않고도 미리 정해둔 금액을 지급하는 보험 상품입니다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중앙집중형 = 보험사 내부 시스템이 사람의 확인을 거쳐 지급을 최종 승인하는 방식</a:t>
            </a:r>
            <a:endParaRPr lang="en-US" sz="900" dirty="0"/>
          </a:p>
        </p:txBody>
      </p:sp>
      <p:sp>
        <p:nvSpPr>
          <p:cNvPr id="1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메인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메인 상품이며, 손해보험 전용 지수형(파라메트릭) 보험까지 함께 갖춰 보험업권 전체를 커버합니다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메인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치아보험 상품으로 청약·증권발급·보험료납입·청구·만기환급 전 과정이 이미 블록체인 스마트컨트랙트로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손보 전용 지수형 보험도 함께 보유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치아보험(생보+손보)에 더해, 손해보험사만 판매 가능한 지수형(파라메트릭) 보험(항공지연·폭염특보)도 포트폴리오에 포함 — 생보·손보 각 채널에 맞춘 투트랙 전략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 겸용)을 메인으로, 손보 전용 지수형 보험을 더한 포트폴리오로 단일 채널에 갇히지 않고 보험업권 전체를 공략할 수 있는 B2B 기술기반을 확보했습니다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제3보험 = 질병·상해·간병 보장 보험으로 생명·손해보험사 모두 판매 가능 · 지수형(파라메트릭) 보험 = 측정 가능한 지표가 기준치를 넘으면 자동 지급되는 손해보험 전용 상품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4가지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01568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30168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API 월정산·라이선스 유지보수료·재보험풀 AUM 수수료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9319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4496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83096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07424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336024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기술공급으로 포지셔닝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AUM = 운용자산규모(예치·운용 중인 총자산) · B2B = 기업 간 거래(보험사·GA 대상 기술 공급)</a:t>
            </a:r>
            <a:endParaRPr lang="en-US" sz="900" dirty="0"/>
          </a:p>
        </p:txBody>
      </p:sp>
      <p:sp>
        <p:nvSpPr>
          <p:cNvPr id="1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2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구현·검증된 11개 기능과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2026-10-16T09:37:40Z</dcterms:created>
  <dcterms:modified xsi:type="dcterms:W3CDTF">2026-10-16T09:37:40Z</dcterms:modified>
</cp:coreProperties>
</file>